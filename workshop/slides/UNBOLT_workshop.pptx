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8cd54c28-691d-63a0-43b6-8d59e13199b7}">
          <p14:sldIdLst>
            <p14:sldId id="256"/>
            <p14:sldId id="257"/>
            <p14:sldId id="258"/>
            <p14:sldId id="259"/>
            <p14:sldId id="260"/>
            <p14:sldId id="261"/>
            <p14:sldId id="262"/>
            <p14:sldId id="263"/>
            <p14:sldId id="264"/>
            <p14:sldId id="265"/>
            <p14:sldId id="266"/>
            <p14:sldId id="267"/>
            <p14:sldId id="268"/>
            <p14:sldId id="269"/>
          </p14:sldIdLst>
        </p14:section>
        <p14:section name="모듈 1: MuJoCo + ROS 2 브리지" id="{e262ff54-4aee-c7f3-6e90-9e508e2fea4a}">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모듈 2: SLAM + Nav2" id="{657a4efe-bff7-f006-fe8c-a318fbd31457}">
          <p14:sldIdLst>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모듈 3: MoveIt 2 + Pick &amp; Place" id="{718d11fd-0309-dfde-7d08-278159414478}">
          <p14:sldIdLst>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Lst>
        </p14:section>
        <p14:section name="모듈 4: LLM 작업 계획" id="{e40effb9-81b5-4d66-cbd5-f9de40ead88c}">
          <p14:sldIdLst>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Lst>
        </p14:section>
        <p14:section name="마무리" id="{0fc97a76-9511-bcc6-f59a-19f284b87c0a}">
          <p14:sldIdLst>
            <p14:sldId id="374"/>
            <p14:sldId id="375"/>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 시작 전에 모두 이 명령을 실행하게 합니다. API 키 없음 경고는 정상입니다. python3가 conda를 가리키면 실패로 나오는데, conda deactivate로 해결됩니다.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4.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4.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4.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4.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4.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4.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4.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4.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slideLayout" Target="../slideLayouts/slideLayout4.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slideLayout" Target="../slideLayouts/slideLayout4.xml"/><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image" Target="../media/image-77-3.png"/><Relationship Id="rId4" Type="http://schemas.openxmlformats.org/officeDocument/2006/relationships/image" Target="../media/image-77-4.png"/><Relationship Id="rId5" Type="http://schemas.openxmlformats.org/officeDocument/2006/relationships/slideLayout" Target="../slideLayouts/slideLayout4.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image" Target="../media/image-78-3.png"/><Relationship Id="rId4" Type="http://schemas.openxmlformats.org/officeDocument/2006/relationships/slideLayout" Target="../slideLayouts/slideLayout4.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image" Target="../media/image-79-3.png"/><Relationship Id="rId4" Type="http://schemas.openxmlformats.org/officeDocument/2006/relationships/image" Target="../media/image-79-4.png"/><Relationship Id="rId5" Type="http://schemas.openxmlformats.org/officeDocument/2006/relationships/slideLayout" Target="../slideLayouts/slideLayout4.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4.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4.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slideLayout" Target="../slideLayouts/slideLayout4.xml"/><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slideLayout" Target="../slideLayouts/slideLayout4.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4.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4.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image" Target="../media/image-88-4.png"/><Relationship Id="rId5" Type="http://schemas.openxmlformats.org/officeDocument/2006/relationships/image" Target="../media/image-88-5.png"/><Relationship Id="rId6" Type="http://schemas.openxmlformats.org/officeDocument/2006/relationships/slideLayout" Target="../slideLayouts/slideLayout4.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image" Target="../media/image-90-3.png"/><Relationship Id="rId4" Type="http://schemas.openxmlformats.org/officeDocument/2006/relationships/slideLayout" Target="../slideLayouts/slideLayout4.xml"/><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image" Target="../media/image-93-3.png"/><Relationship Id="rId4" Type="http://schemas.openxmlformats.org/officeDocument/2006/relationships/slideLayout" Target="../slideLayouts/slideLayout4.xml"/><Relationship Id="rId5"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4.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4.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slideLayout" Target="../slideLayouts/slideLayout4.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slideLayout" Target="../slideLayouts/slideLayout4.xml"/><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4.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4.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pn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4.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4.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image" Target="../media/image-115-2.png"/><Relationship Id="rId3" Type="http://schemas.openxmlformats.org/officeDocument/2006/relationships/image" Target="../media/image-115-3.png"/><Relationship Id="rId4" Type="http://schemas.openxmlformats.org/officeDocument/2006/relationships/image" Target="../media/image-115-4.png"/><Relationship Id="rId5" Type="http://schemas.openxmlformats.org/officeDocument/2006/relationships/slideLayout" Target="../slideLayouts/slideLayout4.xml"/><Relationship Id="rId6"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image" Target="../media/image-116-4.png"/><Relationship Id="rId5" Type="http://schemas.openxmlformats.org/officeDocument/2006/relationships/image" Target="../media/image-116-5.png"/><Relationship Id="rId6" Type="http://schemas.openxmlformats.org/officeDocument/2006/relationships/slideLayout" Target="../slideLayouts/slideLayout4.xml"/><Relationship Id="rId7"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image" Target="../media/image-118-2.png"/><Relationship Id="rId3" Type="http://schemas.openxmlformats.org/officeDocument/2006/relationships/image" Target="../media/image-118-3.png"/><Relationship Id="rId4" Type="http://schemas.openxmlformats.org/officeDocument/2006/relationships/image" Target="../media/image-118-4.png"/><Relationship Id="rId5" Type="http://schemas.openxmlformats.org/officeDocument/2006/relationships/slideLayout" Target="../slideLayouts/slideLayout4.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image" Target="../media/image-121-2.png"/><Relationship Id="rId3" Type="http://schemas.openxmlformats.org/officeDocument/2006/relationships/image" Target="../media/image-121-3.png"/><Relationship Id="rId4" Type="http://schemas.openxmlformats.org/officeDocument/2006/relationships/image" Target="../media/image-121-4.png"/><Relationship Id="rId5" Type="http://schemas.openxmlformats.org/officeDocument/2006/relationships/slideLayout" Target="../slideLayouts/slideLayout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image" Target="../media/image-123-2.png"/><Relationship Id="rId3" Type="http://schemas.openxmlformats.org/officeDocument/2006/relationships/image" Target="../media/image-123-3.png"/><Relationship Id="rId4" Type="http://schemas.openxmlformats.org/officeDocument/2006/relationships/slideLayout" Target="../slideLayouts/slideLayout4.xml"/><Relationship Id="rId5"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2.xml"/><Relationship Id="rId3"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(00_install.md)</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시작 전에: 설치 점검</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58"/>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59"/>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260"/>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26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6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6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64"/>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a:t>
            </a:r>
            <a:endParaRPr lang="ko-KR" altLang="en-US" sz="1400" dirty="0"/>
          </a:p>
        </p:txBody>
      </p:sp>
      <p:sp>
        <p:nvSpPr>
          <p:cNvPr id="13" name="box_265"/>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266"/>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267"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268"/>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269"/>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270"/>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271"/>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272"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273"/>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274"/>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2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277"/>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278"/>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279"/>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280"/>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281"/>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282"/>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283"/>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284"/>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285"/>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286"/>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287"/>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288"/>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289"/>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290"/>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291"/>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292"/>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293"/>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294"/>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295"/>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296"/>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297"/>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298"/>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299"/>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300"/>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301"/>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3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04"/>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30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306"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07"/>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308"/>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309"/>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310"/>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311"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312"/>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313"/>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314"/>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315"/>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316"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317"/>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318"/>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319"/>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320"/>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321"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322"/>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323"/>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3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26"/>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327"/>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328"/>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329"/>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330"/>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331"/>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332"/>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333"/>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334"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335"/>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336"/>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3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39"/>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340"/>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341"/>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342"/>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343"/>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344"/>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345"/>
          <p:cNvSpPr/>
          <p:nvPr/>
        </p:nvSpPr>
        <p:spPr>
          <a:xfrm>
            <a:off x="3886200" y="2286000"/>
            <a:ext cx="502920" cy="0"/>
          </a:xfrm>
          <a:prstGeom prst="line">
            <a:avLst/>
          </a:prstGeom>
          <a:noFill/>
          <a:ln w="25400">
            <a:solidFill>
              <a:schemeClr val="tx2"/>
            </a:solidFill>
            <a:prstDash val="solid"/>
            <a:tailEnd type="triangle"/>
          </a:ln>
        </p:spPr>
      </p:sp>
      <p:sp>
        <p:nvSpPr>
          <p:cNvPr id="13" name="arrow_346"/>
          <p:cNvSpPr/>
          <p:nvPr/>
        </p:nvSpPr>
        <p:spPr>
          <a:xfrm>
            <a:off x="7772400" y="2286000"/>
            <a:ext cx="502920" cy="0"/>
          </a:xfrm>
          <a:prstGeom prst="line">
            <a:avLst/>
          </a:prstGeom>
          <a:noFill/>
          <a:ln w="25400">
            <a:solidFill>
              <a:schemeClr val="tx2"/>
            </a:solidFill>
            <a:prstDash val="solid"/>
            <a:tailEnd type="triangle"/>
          </a:ln>
        </p:spPr>
      </p:sp>
      <p:sp>
        <p:nvSpPr>
          <p:cNvPr id="14" name="box_347"/>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348"/>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349"/>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350"/>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351"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352"/>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353"/>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3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56"/>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357"/>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21" name="table_358"/>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3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361"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362"/>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363"/>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364"/>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365"/>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366"/>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367"/>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368"/>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369"/>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370"/>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371"/>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372"/>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373"/>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22" name="table_374"/>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3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377"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378"/>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379"/>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380"/>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381"/>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382"/>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383"/>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384"/>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385"/>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386"/>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387"/>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23" name="table_388"/>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3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391"/>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392"/>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393"/>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39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9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9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9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9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39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0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0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0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0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4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06"/>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40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408"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40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410"/>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411"/>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412"/>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413"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41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415"/>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416"/>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417"/>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418"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419"/>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420"/>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421"/>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422"/>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423"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424"/>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425"/>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4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28"/>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429"/>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430"/>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431"/>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432"/>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433"/>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434"/>
          <p:cNvSpPr/>
          <p:nvPr/>
        </p:nvSpPr>
        <p:spPr>
          <a:xfrm>
            <a:off x="3703320" y="2377440"/>
            <a:ext cx="777240" cy="0"/>
          </a:xfrm>
          <a:prstGeom prst="line">
            <a:avLst/>
          </a:prstGeom>
          <a:noFill/>
          <a:ln w="25400">
            <a:solidFill>
              <a:schemeClr val="tx2"/>
            </a:solidFill>
            <a:prstDash val="solid"/>
            <a:tailEnd type="triangle"/>
          </a:ln>
        </p:spPr>
      </p:sp>
      <p:sp>
        <p:nvSpPr>
          <p:cNvPr id="13" name="arrow_435"/>
          <p:cNvSpPr/>
          <p:nvPr/>
        </p:nvSpPr>
        <p:spPr>
          <a:xfrm>
            <a:off x="7680960" y="2377440"/>
            <a:ext cx="777240" cy="0"/>
          </a:xfrm>
          <a:prstGeom prst="line">
            <a:avLst/>
          </a:prstGeom>
          <a:noFill/>
          <a:ln w="25400">
            <a:solidFill>
              <a:schemeClr val="tx2"/>
            </a:solidFill>
            <a:prstDash val="solid"/>
            <a:tailEnd type="triangle"/>
          </a:ln>
        </p:spPr>
      </p:sp>
      <p:sp>
        <p:nvSpPr>
          <p:cNvPr id="14" name="arrow_436"/>
          <p:cNvSpPr/>
          <p:nvPr/>
        </p:nvSpPr>
        <p:spPr>
          <a:xfrm flipH="1">
            <a:off x="7680960" y="3840480"/>
            <a:ext cx="777240" cy="0"/>
          </a:xfrm>
          <a:prstGeom prst="line">
            <a:avLst/>
          </a:prstGeom>
          <a:noFill/>
          <a:ln w="25400">
            <a:solidFill>
              <a:schemeClr val="tx2"/>
            </a:solidFill>
            <a:prstDash val="solid"/>
            <a:tailEnd type="triangle"/>
          </a:ln>
        </p:spPr>
      </p:sp>
      <p:sp>
        <p:nvSpPr>
          <p:cNvPr id="15" name="arrow_437"/>
          <p:cNvSpPr/>
          <p:nvPr/>
        </p:nvSpPr>
        <p:spPr>
          <a:xfrm flipH="1">
            <a:off x="3703320" y="3840480"/>
            <a:ext cx="777240" cy="0"/>
          </a:xfrm>
          <a:prstGeom prst="line">
            <a:avLst/>
          </a:prstGeom>
          <a:noFill/>
          <a:ln w="25400">
            <a:solidFill>
              <a:schemeClr val="tx2"/>
            </a:solidFill>
            <a:prstDash val="solid"/>
            <a:tailEnd type="triangle"/>
          </a:ln>
        </p:spPr>
      </p:sp>
      <p:sp>
        <p:nvSpPr>
          <p:cNvPr id="16" name="box_438"/>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439"/>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440"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441"/>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442"/>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4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45"/>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446"/>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447"/>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448"/>
          <p:cNvSpPr/>
          <p:nvPr/>
        </p:nvSpPr>
        <p:spPr>
          <a:xfrm>
            <a:off x="3429000" y="2331720"/>
            <a:ext cx="0" cy="228600"/>
          </a:xfrm>
          <a:prstGeom prst="line">
            <a:avLst/>
          </a:prstGeom>
          <a:noFill/>
          <a:ln w="25400">
            <a:solidFill>
              <a:schemeClr val="tx2"/>
            </a:solidFill>
            <a:prstDash val="solid"/>
            <a:tailEnd type="triangle"/>
          </a:ln>
        </p:spPr>
      </p:sp>
      <p:sp>
        <p:nvSpPr>
          <p:cNvPr id="10" name="box_449"/>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450"/>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451"/>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452"/>
          <p:cNvSpPr/>
          <p:nvPr/>
        </p:nvSpPr>
        <p:spPr>
          <a:xfrm>
            <a:off x="3429000" y="3520440"/>
            <a:ext cx="0" cy="228600"/>
          </a:xfrm>
          <a:prstGeom prst="line">
            <a:avLst/>
          </a:prstGeom>
          <a:noFill/>
          <a:ln w="25400">
            <a:solidFill>
              <a:schemeClr val="tx2"/>
            </a:solidFill>
            <a:prstDash val="solid"/>
            <a:tailEnd type="triangle"/>
          </a:ln>
        </p:spPr>
      </p:sp>
      <p:sp>
        <p:nvSpPr>
          <p:cNvPr id="14" name="box_453"/>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454"/>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455"/>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456"/>
          <p:cNvSpPr/>
          <p:nvPr/>
        </p:nvSpPr>
        <p:spPr>
          <a:xfrm>
            <a:off x="3429000" y="4709160"/>
            <a:ext cx="0" cy="228600"/>
          </a:xfrm>
          <a:prstGeom prst="line">
            <a:avLst/>
          </a:prstGeom>
          <a:noFill/>
          <a:ln w="25400">
            <a:solidFill>
              <a:schemeClr val="tx2"/>
            </a:solidFill>
            <a:prstDash val="solid"/>
            <a:tailEnd type="triangle"/>
          </a:ln>
        </p:spPr>
      </p:sp>
      <p:sp>
        <p:nvSpPr>
          <p:cNvPr id="18" name="box_457"/>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458"/>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459"/>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460"/>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27" name="table_461"/>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400" b="1" dirty="0">
                          <a:solidFill>
                            <a:schemeClr val="bg1"/>
                          </a:solidFill>
                        </a:rPr>
                        <a:t>토픽</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/clock</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250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시뮬레이션 시간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100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관절 20개의 각도·속도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/odom + TF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바퀴로 계산한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/imu</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기울기·회전 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/scan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LiDAR 360빔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/camera/*</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헤드 카메라 영상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/ground_truth/*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진짜 위치 (평가용)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4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64"/>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465"/>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466"/>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467"/>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468"/>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469"/>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470"/>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471"/>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472"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473"/>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474"/>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475"/>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476"/>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477"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478"/>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479"/>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4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4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4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4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4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4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497"/>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498"/>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499"/>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500"/>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501"/>
          <p:cNvSpPr/>
          <p:nvPr/>
        </p:nvSpPr>
        <p:spPr>
          <a:xfrm>
            <a:off x="1828800" y="2148840"/>
            <a:ext cx="0" cy="347472"/>
          </a:xfrm>
          <a:prstGeom prst="line">
            <a:avLst/>
          </a:prstGeom>
          <a:noFill/>
          <a:ln w="25400">
            <a:solidFill>
              <a:schemeClr val="tx2"/>
            </a:solidFill>
            <a:prstDash val="solid"/>
            <a:tailEnd type="triangle"/>
          </a:ln>
        </p:spPr>
      </p:sp>
      <p:sp>
        <p:nvSpPr>
          <p:cNvPr id="11" name="text_502"/>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503"/>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504"/>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505"/>
          <p:cNvSpPr/>
          <p:nvPr/>
        </p:nvSpPr>
        <p:spPr>
          <a:xfrm>
            <a:off x="1828800" y="3200400"/>
            <a:ext cx="0" cy="347472"/>
          </a:xfrm>
          <a:prstGeom prst="line">
            <a:avLst/>
          </a:prstGeom>
          <a:noFill/>
          <a:ln w="25400">
            <a:solidFill>
              <a:schemeClr val="tx2"/>
            </a:solidFill>
            <a:prstDash val="solid"/>
            <a:tailEnd type="triangle"/>
          </a:ln>
        </p:spPr>
      </p:sp>
      <p:sp>
        <p:nvSpPr>
          <p:cNvPr id="15" name="text_506"/>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507"/>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508"/>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509"/>
          <p:cNvSpPr/>
          <p:nvPr/>
        </p:nvSpPr>
        <p:spPr>
          <a:xfrm>
            <a:off x="1828800" y="4251960"/>
            <a:ext cx="0" cy="347472"/>
          </a:xfrm>
          <a:prstGeom prst="line">
            <a:avLst/>
          </a:prstGeom>
          <a:noFill/>
          <a:ln w="25400">
            <a:solidFill>
              <a:schemeClr val="tx2"/>
            </a:solidFill>
            <a:prstDash val="solid"/>
            <a:tailEnd type="triangle"/>
          </a:ln>
        </p:spPr>
      </p:sp>
      <p:sp>
        <p:nvSpPr>
          <p:cNvPr id="19" name="text_510"/>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511"/>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512"/>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513"/>
          <p:cNvSpPr/>
          <p:nvPr/>
        </p:nvSpPr>
        <p:spPr>
          <a:xfrm flipV="1">
            <a:off x="3154680" y="2651760"/>
            <a:ext cx="731520" cy="2304288"/>
          </a:xfrm>
          <a:prstGeom prst="line">
            <a:avLst/>
          </a:prstGeom>
          <a:noFill/>
          <a:ln w="25400">
            <a:solidFill>
              <a:schemeClr val="tx2"/>
            </a:solidFill>
            <a:prstDash val="solid"/>
            <a:tailEnd type="triangle"/>
          </a:ln>
        </p:spPr>
      </p:sp>
      <p:sp>
        <p:nvSpPr>
          <p:cNvPr id="23" name="box_514"/>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515"/>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516"/>
          <p:cNvSpPr/>
          <p:nvPr/>
        </p:nvSpPr>
        <p:spPr>
          <a:xfrm flipV="1">
            <a:off x="3154680" y="3566160"/>
            <a:ext cx="731520" cy="1389888"/>
          </a:xfrm>
          <a:prstGeom prst="line">
            <a:avLst/>
          </a:prstGeom>
          <a:noFill/>
          <a:ln w="25400">
            <a:solidFill>
              <a:schemeClr val="tx2"/>
            </a:solidFill>
            <a:prstDash val="solid"/>
            <a:tailEnd type="triangle"/>
          </a:ln>
        </p:spPr>
      </p:sp>
      <p:sp>
        <p:nvSpPr>
          <p:cNvPr id="26" name="box_517"/>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518"/>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519"/>
          <p:cNvSpPr/>
          <p:nvPr/>
        </p:nvSpPr>
        <p:spPr>
          <a:xfrm flipV="1">
            <a:off x="3154680" y="4480560"/>
            <a:ext cx="731520" cy="475488"/>
          </a:xfrm>
          <a:prstGeom prst="line">
            <a:avLst/>
          </a:prstGeom>
          <a:noFill/>
          <a:ln w="25400">
            <a:solidFill>
              <a:schemeClr val="tx2"/>
            </a:solidFill>
            <a:prstDash val="solid"/>
            <a:tailEnd type="triangle"/>
          </a:ln>
        </p:spPr>
      </p:sp>
      <p:sp>
        <p:nvSpPr>
          <p:cNvPr id="29" name="box_520"/>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521"/>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522"/>
          <p:cNvSpPr/>
          <p:nvPr/>
        </p:nvSpPr>
        <p:spPr>
          <a:xfrm>
            <a:off x="3154680" y="4956048"/>
            <a:ext cx="731520" cy="438912"/>
          </a:xfrm>
          <a:prstGeom prst="line">
            <a:avLst/>
          </a:prstGeom>
          <a:noFill/>
          <a:ln w="25400">
            <a:solidFill>
              <a:schemeClr val="tx2"/>
            </a:solidFill>
            <a:prstDash val="solid"/>
            <a:tailEnd type="triangle"/>
          </a:ln>
        </p:spPr>
      </p:sp>
      <p:sp>
        <p:nvSpPr>
          <p:cNvPr id="32" name="text_523"/>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524"/>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525"/>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526"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527"/>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528"/>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529"/>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530"/>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531"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532"/>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533"/>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53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536"/>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537"/>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538"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539"/>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540"/>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541"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542"/>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543"/>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5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546"/>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54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548"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549"/>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550"/>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551"/>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552"/>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553"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554"/>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555"/>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556"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557"/>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558"/>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559"/>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560"/>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561"/>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562"/>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563"/>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564"/>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565"/>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5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568"/>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569"/>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570"/>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571"/>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572"/>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573"/>
          <p:cNvSpPr/>
          <p:nvPr/>
        </p:nvSpPr>
        <p:spPr>
          <a:xfrm>
            <a:off x="7406640" y="2057400"/>
            <a:ext cx="548640" cy="0"/>
          </a:xfrm>
          <a:prstGeom prst="line">
            <a:avLst/>
          </a:prstGeom>
          <a:noFill/>
          <a:ln w="25400">
            <a:solidFill>
              <a:schemeClr val="tx2"/>
            </a:solidFill>
            <a:prstDash val="solid"/>
            <a:tailEnd type="triangle"/>
          </a:ln>
        </p:spPr>
      </p:sp>
      <p:sp>
        <p:nvSpPr>
          <p:cNvPr id="12" name="box_574"/>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575"/>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576"/>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577"/>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578"/>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579"/>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580"/>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581"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582"/>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583"/>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5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586"/>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587"/>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588"/>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589"/>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590"/>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591"/>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R.T).ravel()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mujoco.mj_multiRay(m, d, origin, vec,</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geomid, dist, None, n, max_range)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592"/>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593"/>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594"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595"/>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596"/>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597"/>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598"/>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599"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600"/>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601"/>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04"/>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605"/>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606"/>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60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60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60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61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61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61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61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61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61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61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6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19"/>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620"/>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621"/>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622"/>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623"/>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624"/>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625"/>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626"/>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627"/>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628"/>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629"/>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630"/>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631"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632"/>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633"/>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634"/>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635"/>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636"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637"/>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638"/>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6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41"/>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642"/>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643"/>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64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64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64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64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64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64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65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65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65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65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6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65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57"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5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65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66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1"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6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66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66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65"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6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66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66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69"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67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67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73"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7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67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6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67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67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68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8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8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68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8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8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68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8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69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69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69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696"/>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69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698"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699"/>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700"/>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701"/>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702"/>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703"/>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704"/>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705"/>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706"/>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707"/>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708"/>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709"/>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710"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71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71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7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715"/>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716"/>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717"/>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718"/>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719"/>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720"/>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721"/>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722"/>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723"/>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724"/>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725"/>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726"/>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727"/>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728"/>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729"/>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730"/>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731"/>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732"/>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733"/>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734"/>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735"/>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736"/>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737"/>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738"/>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a:t>
            </a:r>
            <a:endParaRPr lang="ko-KR" altLang="en-US" sz="1700" dirty="0"/>
          </a:p>
        </p:txBody>
      </p:sp>
      <p:sp>
        <p:nvSpPr>
          <p:cNvPr id="30" name="text_739"/>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a:t>
            </a:r>
            <a:endParaRPr lang="ko-KR" altLang="en-US" sz="1600" dirty="0"/>
          </a:p>
        </p:txBody>
      </p:sp>
      <p:sp>
        <p:nvSpPr>
          <p:cNvPr id="31" name="pill_740"/>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741"/>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742"/>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743"/>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744"/>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7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747"/>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74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749"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50"/>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751"/>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752"/>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753"/>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754"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755"/>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756"/>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757"/>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758"/>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759"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760"/>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761"/>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762"/>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763"/>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764"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765"/>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766"/>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76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769"/>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770"/>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771"/>
          <p:cNvSpPr/>
          <p:nvPr/>
        </p:nvSpPr>
        <p:spPr>
          <a:xfrm>
            <a:off x="3703320" y="1920240"/>
            <a:ext cx="731520" cy="0"/>
          </a:xfrm>
          <a:prstGeom prst="line">
            <a:avLst/>
          </a:prstGeom>
          <a:noFill/>
          <a:ln w="25400">
            <a:solidFill>
              <a:schemeClr val="tx2"/>
            </a:solidFill>
            <a:prstDash val="solid"/>
            <a:tailEnd type="triangle"/>
          </a:ln>
        </p:spPr>
      </p:sp>
      <p:sp>
        <p:nvSpPr>
          <p:cNvPr id="9" name="box_772"/>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773"/>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774"/>
          <p:cNvSpPr/>
          <p:nvPr/>
        </p:nvSpPr>
        <p:spPr>
          <a:xfrm>
            <a:off x="7635240" y="1920240"/>
            <a:ext cx="731520" cy="0"/>
          </a:xfrm>
          <a:prstGeom prst="line">
            <a:avLst/>
          </a:prstGeom>
          <a:noFill/>
          <a:ln w="25400">
            <a:solidFill>
              <a:schemeClr val="tx2"/>
            </a:solidFill>
            <a:prstDash val="solid"/>
            <a:tailEnd type="triangle"/>
          </a:ln>
        </p:spPr>
      </p:sp>
      <p:sp>
        <p:nvSpPr>
          <p:cNvPr id="12" name="box_775"/>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776"/>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777"/>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778"/>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779"/>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780"/>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781"/>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782"/>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783"/>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784"/>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785"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786"/>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787"/>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7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79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79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792"/>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793"/>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794"/>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795"/>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796"/>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797"/>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798"/>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799"/>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800"/>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801"/>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802"/>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803"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80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06"/>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807"/>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808"/>
          <p:cNvSpPr/>
          <p:nvPr/>
        </p:nvSpPr>
        <p:spPr>
          <a:xfrm>
            <a:off x="6035040" y="3154680"/>
            <a:ext cx="365760" cy="0"/>
          </a:xfrm>
          <a:prstGeom prst="line">
            <a:avLst/>
          </a:prstGeom>
          <a:noFill/>
          <a:ln w="25400">
            <a:solidFill>
              <a:schemeClr val="tx2"/>
            </a:solidFill>
            <a:prstDash val="solid"/>
            <a:tailEnd type="triangle"/>
          </a:ln>
        </p:spPr>
      </p:sp>
      <p:sp>
        <p:nvSpPr>
          <p:cNvPr id="13" name="box_809"/>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810"/>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811"/>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812"/>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813"/>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814"/>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815"/>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816"/>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817"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818"/>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819"/>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8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22"/>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823"/>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824"/>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82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83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3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3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3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83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837"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838"/>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839"/>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840"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841"/>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842"/>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843"/>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844"/>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845"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846"/>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847"/>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848"/>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849"/>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850"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851"/>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852"/>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55"/>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856"/>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857"/>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858"/>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59"/>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60"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61"/>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62"/>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863"/>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64"/>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65"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66"/>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67"/>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86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6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870"/>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871"/>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872"/>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873"/>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874"/>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875"/>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876"/>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877"/>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878"/>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879"/>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880"/>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881"/>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882"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883"/>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884"/>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8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88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88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889"/>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890"/>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891"/>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892"/>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893"/>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894"/>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895"/>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896"/>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897"/>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898"/>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899"/>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900"/>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901"/>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902"/>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903"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904"/>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905"/>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906"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907"/>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908"/>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909"/>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910"/>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911"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912"/>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913"/>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9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16"/>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917"/>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918"/>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919"/>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920"/>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921"/>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922"/>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923"/>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924"/>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925"/>
          <p:cNvSpPr/>
          <p:nvPr/>
        </p:nvSpPr>
        <p:spPr>
          <a:xfrm>
            <a:off x="3383280" y="4343400"/>
            <a:ext cx="0" cy="365760"/>
          </a:xfrm>
          <a:prstGeom prst="line">
            <a:avLst/>
          </a:prstGeom>
          <a:noFill/>
          <a:ln w="25400">
            <a:solidFill>
              <a:schemeClr val="tx2"/>
            </a:solidFill>
            <a:prstDash val="solid"/>
            <a:tailEnd type="triangle"/>
          </a:ln>
        </p:spPr>
      </p:sp>
      <p:sp>
        <p:nvSpPr>
          <p:cNvPr id="16" name="box_926"/>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927"/>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928"/>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929"/>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930"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931"/>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932"/>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933"/>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934"/>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935"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936"/>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937"/>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9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40"/>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941"/>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942"/>
          <p:cNvSpPr/>
          <p:nvPr/>
        </p:nvSpPr>
        <p:spPr>
          <a:xfrm>
            <a:off x="2971800" y="1920240"/>
            <a:ext cx="548640" cy="0"/>
          </a:xfrm>
          <a:prstGeom prst="line">
            <a:avLst/>
          </a:prstGeom>
          <a:noFill/>
          <a:ln w="25400">
            <a:solidFill>
              <a:schemeClr val="tx2"/>
            </a:solidFill>
            <a:prstDash val="solid"/>
            <a:tailEnd type="triangle"/>
          </a:ln>
        </p:spPr>
      </p:sp>
      <p:sp>
        <p:nvSpPr>
          <p:cNvPr id="9" name="box_943"/>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944"/>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945"/>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946"/>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947"/>
          <p:cNvSpPr/>
          <p:nvPr/>
        </p:nvSpPr>
        <p:spPr>
          <a:xfrm>
            <a:off x="6720840" y="1920240"/>
            <a:ext cx="548640" cy="0"/>
          </a:xfrm>
          <a:prstGeom prst="line">
            <a:avLst/>
          </a:prstGeom>
          <a:noFill/>
          <a:ln w="25400">
            <a:solidFill>
              <a:schemeClr val="tx2"/>
            </a:solidFill>
            <a:prstDash val="solid"/>
            <a:tailEnd type="triangle"/>
          </a:ln>
        </p:spPr>
      </p:sp>
      <p:sp>
        <p:nvSpPr>
          <p:cNvPr id="14" name="box_948"/>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949"/>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950"/>
          <p:cNvSpPr/>
          <p:nvPr/>
        </p:nvSpPr>
        <p:spPr>
          <a:xfrm>
            <a:off x="6675120" y="2395728"/>
            <a:ext cx="621792" cy="758952"/>
          </a:xfrm>
          <a:prstGeom prst="line">
            <a:avLst/>
          </a:prstGeom>
          <a:noFill/>
          <a:ln w="25400">
            <a:solidFill>
              <a:schemeClr val="tx2"/>
            </a:solidFill>
            <a:prstDash val="solid"/>
            <a:tailEnd type="triangle"/>
          </a:ln>
        </p:spPr>
      </p:sp>
      <p:sp>
        <p:nvSpPr>
          <p:cNvPr id="17" name="box_951"/>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952"/>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953"/>
          <p:cNvSpPr/>
          <p:nvPr/>
        </p:nvSpPr>
        <p:spPr>
          <a:xfrm>
            <a:off x="9464040" y="3749040"/>
            <a:ext cx="0" cy="411480"/>
          </a:xfrm>
          <a:prstGeom prst="line">
            <a:avLst/>
          </a:prstGeom>
          <a:noFill/>
          <a:ln w="25400">
            <a:solidFill>
              <a:schemeClr val="tx2"/>
            </a:solidFill>
            <a:prstDash val="solid"/>
            <a:tailEnd type="triangle"/>
          </a:ln>
        </p:spPr>
      </p:sp>
      <p:sp>
        <p:nvSpPr>
          <p:cNvPr id="20" name="box_954"/>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955"/>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956"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957"/>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958"/>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959"/>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960"/>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961"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962"/>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963"/>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9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66"/>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967"/>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68"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69"/>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970"/>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971"/>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972"/>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973"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974"/>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975"/>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97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97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978"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97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98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9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983"/>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984"/>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985"/>
          <p:cNvSpPr/>
          <p:nvPr/>
        </p:nvSpPr>
        <p:spPr>
          <a:xfrm>
            <a:off x="2740152" y="1874520"/>
            <a:ext cx="356616" cy="0"/>
          </a:xfrm>
          <a:prstGeom prst="line">
            <a:avLst/>
          </a:prstGeom>
          <a:noFill/>
          <a:ln w="25400">
            <a:solidFill>
              <a:schemeClr val="tx2"/>
            </a:solidFill>
            <a:prstDash val="solid"/>
            <a:tailEnd type="triangle"/>
          </a:ln>
        </p:spPr>
      </p:sp>
      <p:sp>
        <p:nvSpPr>
          <p:cNvPr id="9" name="box_986"/>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987"/>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988"/>
          <p:cNvSpPr/>
          <p:nvPr/>
        </p:nvSpPr>
        <p:spPr>
          <a:xfrm>
            <a:off x="5315712" y="1874520"/>
            <a:ext cx="356616" cy="0"/>
          </a:xfrm>
          <a:prstGeom prst="line">
            <a:avLst/>
          </a:prstGeom>
          <a:noFill/>
          <a:ln w="25400">
            <a:solidFill>
              <a:schemeClr val="tx2"/>
            </a:solidFill>
            <a:prstDash val="solid"/>
            <a:tailEnd type="triangle"/>
          </a:ln>
        </p:spPr>
      </p:sp>
      <p:sp>
        <p:nvSpPr>
          <p:cNvPr id="12" name="box_989"/>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990"/>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991"/>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992"/>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993"/>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994"/>
          <p:cNvSpPr/>
          <p:nvPr/>
        </p:nvSpPr>
        <p:spPr>
          <a:xfrm>
            <a:off x="3067812" y="3246120"/>
            <a:ext cx="310896" cy="0"/>
          </a:xfrm>
          <a:prstGeom prst="line">
            <a:avLst/>
          </a:prstGeom>
          <a:noFill/>
          <a:ln w="25400">
            <a:solidFill>
              <a:schemeClr val="tx2"/>
            </a:solidFill>
            <a:prstDash val="solid"/>
            <a:tailEnd type="triangle"/>
          </a:ln>
        </p:spPr>
      </p:sp>
      <p:sp>
        <p:nvSpPr>
          <p:cNvPr id="18" name="box_995"/>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996"/>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997"/>
          <p:cNvSpPr/>
          <p:nvPr/>
        </p:nvSpPr>
        <p:spPr>
          <a:xfrm>
            <a:off x="5925312" y="3246120"/>
            <a:ext cx="310896" cy="0"/>
          </a:xfrm>
          <a:prstGeom prst="line">
            <a:avLst/>
          </a:prstGeom>
          <a:noFill/>
          <a:ln w="25400">
            <a:solidFill>
              <a:schemeClr val="tx2"/>
            </a:solidFill>
            <a:prstDash val="solid"/>
            <a:tailEnd type="triangle"/>
          </a:ln>
        </p:spPr>
      </p:sp>
      <p:sp>
        <p:nvSpPr>
          <p:cNvPr id="21" name="box_998"/>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999"/>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000"/>
          <p:cNvSpPr/>
          <p:nvPr/>
        </p:nvSpPr>
        <p:spPr>
          <a:xfrm>
            <a:off x="8782812" y="3246120"/>
            <a:ext cx="310896" cy="0"/>
          </a:xfrm>
          <a:prstGeom prst="line">
            <a:avLst/>
          </a:prstGeom>
          <a:noFill/>
          <a:ln w="25400">
            <a:solidFill>
              <a:schemeClr val="tx2"/>
            </a:solidFill>
            <a:prstDash val="solid"/>
            <a:tailEnd type="triangle"/>
          </a:ln>
        </p:spPr>
      </p:sp>
      <p:sp>
        <p:nvSpPr>
          <p:cNvPr id="24" name="box_1001"/>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002"/>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003"/>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004"/>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005"/>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006"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007"/>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008"/>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009"/>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010"/>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011"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012"/>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013"/>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0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56" name="table_101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017"/>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0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020"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021"/>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022"/>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023"/>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024"/>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025"/>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026"/>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027"/>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028"/>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029"/>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030"/>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031"/>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032"/>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033"/>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034"/>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035"/>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036"/>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037"/>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038"/>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0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41"/>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042"/>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58" name="table_1043"/>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044"/>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045"/>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046"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047"/>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48"/>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049"/>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050"/>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051"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052"/>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053"/>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0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59" name="table_105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057"/>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058"/>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059"/>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060"/>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061"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062"/>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063"/>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0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66"/>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067"/>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068"/>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069"/>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070"/>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071"/>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072"/>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073"/>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074"/>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075"/>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0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78"/>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079"/>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080"/>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081"/>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082"/>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083"/>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084"/>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085"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086"/>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087"/>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088"/>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089"/>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090"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091"/>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092"/>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0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62" name="table_1095"/>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0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098"/>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099"/>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100"/>
          <p:cNvSpPr/>
          <p:nvPr/>
        </p:nvSpPr>
        <p:spPr>
          <a:xfrm>
            <a:off x="1960735" y="2011680"/>
            <a:ext cx="173736" cy="0"/>
          </a:xfrm>
          <a:prstGeom prst="line">
            <a:avLst/>
          </a:prstGeom>
          <a:noFill/>
          <a:ln w="25400">
            <a:solidFill>
              <a:schemeClr val="tx2"/>
            </a:solidFill>
            <a:prstDash val="solid"/>
            <a:tailEnd type="triangle"/>
          </a:ln>
        </p:spPr>
      </p:sp>
      <p:sp>
        <p:nvSpPr>
          <p:cNvPr id="9" name="box_1101"/>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102"/>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103"/>
          <p:cNvSpPr/>
          <p:nvPr/>
        </p:nvSpPr>
        <p:spPr>
          <a:xfrm>
            <a:off x="3573998" y="2011680"/>
            <a:ext cx="173736" cy="0"/>
          </a:xfrm>
          <a:prstGeom prst="line">
            <a:avLst/>
          </a:prstGeom>
          <a:noFill/>
          <a:ln w="25400">
            <a:solidFill>
              <a:schemeClr val="tx2"/>
            </a:solidFill>
            <a:prstDash val="solid"/>
            <a:tailEnd type="triangle"/>
          </a:ln>
        </p:spPr>
      </p:sp>
      <p:sp>
        <p:nvSpPr>
          <p:cNvPr id="12" name="box_1104"/>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105"/>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106"/>
          <p:cNvSpPr/>
          <p:nvPr/>
        </p:nvSpPr>
        <p:spPr>
          <a:xfrm>
            <a:off x="5187261" y="2011680"/>
            <a:ext cx="173736" cy="0"/>
          </a:xfrm>
          <a:prstGeom prst="line">
            <a:avLst/>
          </a:prstGeom>
          <a:noFill/>
          <a:ln w="25400">
            <a:solidFill>
              <a:schemeClr val="tx2"/>
            </a:solidFill>
            <a:prstDash val="solid"/>
            <a:tailEnd type="triangle"/>
          </a:ln>
        </p:spPr>
      </p:sp>
      <p:sp>
        <p:nvSpPr>
          <p:cNvPr id="15" name="box_1107"/>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108"/>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109"/>
          <p:cNvSpPr/>
          <p:nvPr/>
        </p:nvSpPr>
        <p:spPr>
          <a:xfrm>
            <a:off x="6800523" y="2011680"/>
            <a:ext cx="173736" cy="0"/>
          </a:xfrm>
          <a:prstGeom prst="line">
            <a:avLst/>
          </a:prstGeom>
          <a:noFill/>
          <a:ln w="25400">
            <a:solidFill>
              <a:schemeClr val="tx2"/>
            </a:solidFill>
            <a:prstDash val="solid"/>
            <a:tailEnd type="triangle"/>
          </a:ln>
        </p:spPr>
      </p:sp>
      <p:sp>
        <p:nvSpPr>
          <p:cNvPr id="18" name="box_1110"/>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111"/>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112"/>
          <p:cNvSpPr/>
          <p:nvPr/>
        </p:nvSpPr>
        <p:spPr>
          <a:xfrm>
            <a:off x="8413786" y="2011680"/>
            <a:ext cx="173736" cy="0"/>
          </a:xfrm>
          <a:prstGeom prst="line">
            <a:avLst/>
          </a:prstGeom>
          <a:noFill/>
          <a:ln w="25400">
            <a:solidFill>
              <a:schemeClr val="tx2"/>
            </a:solidFill>
            <a:prstDash val="solid"/>
            <a:tailEnd type="triangle"/>
          </a:ln>
        </p:spPr>
      </p:sp>
      <p:sp>
        <p:nvSpPr>
          <p:cNvPr id="21" name="box_1113"/>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114"/>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115"/>
          <p:cNvSpPr/>
          <p:nvPr/>
        </p:nvSpPr>
        <p:spPr>
          <a:xfrm>
            <a:off x="10027049" y="2011680"/>
            <a:ext cx="173736" cy="0"/>
          </a:xfrm>
          <a:prstGeom prst="line">
            <a:avLst/>
          </a:prstGeom>
          <a:noFill/>
          <a:ln w="25400">
            <a:solidFill>
              <a:schemeClr val="tx2"/>
            </a:solidFill>
            <a:prstDash val="solid"/>
            <a:tailEnd type="triangle"/>
          </a:ln>
        </p:spPr>
      </p:sp>
      <p:sp>
        <p:nvSpPr>
          <p:cNvPr id="24" name="box_1116"/>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117"/>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118"/>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119"/>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120"/>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121"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122"/>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123"/>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124"/>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125"/>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126"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127"/>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128"/>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1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131"/>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132"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133"/>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134"/>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135"/>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136"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137"/>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138"/>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139"/>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140"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141"/>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142"/>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143"/>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144"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145"/>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146"/>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147"/>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48"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49"/>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150"/>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1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153"/>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154"/>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55"/>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56"/>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157"/>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58"/>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59"/>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160"/>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61"/>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62"/>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163"/>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64"/>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65"/>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166"/>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67"/>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68"/>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1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1"/>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17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173"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4"/>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175"/>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176"/>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177"/>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178"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179"/>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자동 지도 작성</a:t>
            </a:r>
            <a:endParaRPr lang="ko-KR" altLang="en-US" sz="1800" dirty="0"/>
          </a:p>
        </p:txBody>
      </p:sp>
      <p:sp>
        <p:nvSpPr>
          <p:cNvPr id="15" name="text_1180"/>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explore_waypoints.py는 진짜 위치를 쓴다. /odom과 /scan만으로 방을 탐색해 지도를 만드는 노드를 만들어 보자.</a:t>
            </a:r>
            <a:endParaRPr lang="ko-KR" altLang="en-US" sz="1400" dirty="0"/>
          </a:p>
          <a:p>
            <a:pPr eaLnBrk="0" indent="0" marL="0">
              <a:buNone/>
            </a:pPr>
            <a:r>
              <a:rPr lang="ko-KR" altLang="en-US" sz="1400" dirty="0">
                <a:solidFill>
                  <a:schemeClr val="tx1"/>
                </a:solidFill>
              </a:rPr>
              <a:t>힌트: frontier 탐색(지도의 "아는 곳과 모르는 곳의 경계"로 가기), 벽 따라가기</a:t>
            </a:r>
            <a:endParaRPr lang="ko-KR" altLang="en-US" sz="1400" dirty="0"/>
          </a:p>
        </p:txBody>
      </p:sp>
      <p:sp>
        <p:nvSpPr>
          <p:cNvPr id="16" name="box_1181"/>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182"/>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183"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184"/>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185"/>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1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188"/>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189"/>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190"/>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191"/>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192"/>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193"/>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194"/>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195"/>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196"/>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197"/>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198"/>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199"/>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200"/>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201"/>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202"/>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203"/>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204"/>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205"/>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206"/>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207"/>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208"/>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209"/>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210"/>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211"/>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212"/>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2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215"/>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216"/>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217"/>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218"/>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219"/>
          <p:cNvSpPr/>
          <p:nvPr/>
        </p:nvSpPr>
        <p:spPr>
          <a:xfrm>
            <a:off x="4663440" y="2148840"/>
            <a:ext cx="2834640" cy="0"/>
          </a:xfrm>
          <a:prstGeom prst="line">
            <a:avLst/>
          </a:prstGeom>
          <a:noFill/>
          <a:ln w="25400">
            <a:solidFill>
              <a:schemeClr val="tx2"/>
            </a:solidFill>
            <a:prstDash val="solid"/>
            <a:tailEnd type="triangle"/>
          </a:ln>
        </p:spPr>
      </p:sp>
      <p:sp>
        <p:nvSpPr>
          <p:cNvPr id="11" name="arrow_1220"/>
          <p:cNvSpPr/>
          <p:nvPr/>
        </p:nvSpPr>
        <p:spPr>
          <a:xfrm flipH="1">
            <a:off x="4663440" y="2971800"/>
            <a:ext cx="2834640" cy="0"/>
          </a:xfrm>
          <a:prstGeom prst="line">
            <a:avLst/>
          </a:prstGeom>
          <a:noFill/>
          <a:ln w="25400">
            <a:solidFill>
              <a:schemeClr val="tx2"/>
            </a:solidFill>
            <a:prstDash val="solid"/>
            <a:tailEnd type="triangle"/>
          </a:ln>
        </p:spPr>
      </p:sp>
      <p:sp>
        <p:nvSpPr>
          <p:cNvPr id="12" name="text_1221"/>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222"/>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223"/>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224"/>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225"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226"/>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227"/>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228"/>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229"/>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230"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231"/>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232"/>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2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235"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70" name="table_1236"/>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237"/>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238"/>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239"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240"/>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241"/>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2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24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4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4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247"/>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24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24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5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251"/>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25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25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5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255"/>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25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25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25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259"/>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260"/>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261"/>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262"/>
          <p:cNvSpPr/>
          <p:nvPr/>
        </p:nvSpPr>
        <p:spPr>
          <a:xfrm>
            <a:off x="2569464" y="4160520"/>
            <a:ext cx="219456" cy="0"/>
          </a:xfrm>
          <a:prstGeom prst="line">
            <a:avLst/>
          </a:prstGeom>
          <a:noFill/>
          <a:ln w="25400">
            <a:solidFill>
              <a:schemeClr val="tx2"/>
            </a:solidFill>
            <a:prstDash val="solid"/>
            <a:tailEnd type="triangle"/>
          </a:ln>
        </p:spPr>
      </p:sp>
      <p:sp>
        <p:nvSpPr>
          <p:cNvPr id="25" name="box_1263"/>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264"/>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265"/>
          <p:cNvSpPr/>
          <p:nvPr/>
        </p:nvSpPr>
        <p:spPr>
          <a:xfrm>
            <a:off x="4837176" y="4160520"/>
            <a:ext cx="219456" cy="0"/>
          </a:xfrm>
          <a:prstGeom prst="line">
            <a:avLst/>
          </a:prstGeom>
          <a:noFill/>
          <a:ln w="25400">
            <a:solidFill>
              <a:schemeClr val="tx2"/>
            </a:solidFill>
            <a:prstDash val="solid"/>
            <a:tailEnd type="triangle"/>
          </a:ln>
        </p:spPr>
      </p:sp>
      <p:sp>
        <p:nvSpPr>
          <p:cNvPr id="28" name="box_1266"/>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267"/>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268"/>
          <p:cNvSpPr/>
          <p:nvPr/>
        </p:nvSpPr>
        <p:spPr>
          <a:xfrm>
            <a:off x="7104888" y="4160520"/>
            <a:ext cx="219456" cy="0"/>
          </a:xfrm>
          <a:prstGeom prst="line">
            <a:avLst/>
          </a:prstGeom>
          <a:noFill/>
          <a:ln w="25400">
            <a:solidFill>
              <a:schemeClr val="tx2"/>
            </a:solidFill>
            <a:prstDash val="solid"/>
            <a:tailEnd type="triangle"/>
          </a:ln>
        </p:spPr>
      </p:sp>
      <p:sp>
        <p:nvSpPr>
          <p:cNvPr id="31" name="box_1269"/>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270"/>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271"/>
          <p:cNvSpPr/>
          <p:nvPr/>
        </p:nvSpPr>
        <p:spPr>
          <a:xfrm>
            <a:off x="9372600" y="4160520"/>
            <a:ext cx="219456" cy="0"/>
          </a:xfrm>
          <a:prstGeom prst="line">
            <a:avLst/>
          </a:prstGeom>
          <a:noFill/>
          <a:ln w="25400">
            <a:solidFill>
              <a:schemeClr val="tx2"/>
            </a:solidFill>
            <a:prstDash val="solid"/>
            <a:tailEnd type="triangle"/>
          </a:ln>
        </p:spPr>
      </p:sp>
      <p:sp>
        <p:nvSpPr>
          <p:cNvPr id="34" name="box_1272"/>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273"/>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274"/>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275"/>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276"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277"/>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278"/>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2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72" name="table_128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282"/>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283"/>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284"/>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285"/>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286"/>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287"/>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288"/>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289"/>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290"/>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291"/>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292"/>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293"/>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294"/>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295"/>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296"/>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297"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298"/>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299"/>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3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02"/>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303"/>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304"/>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305"/>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306"/>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307"/>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308"/>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309"/>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310"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311"/>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312"/>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313"/>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314"/>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315"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316"/>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317"/>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31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320"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321"/>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322"/>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323"/>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324"/>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325"/>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326"/>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327"/>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328"/>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329"/>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330"/>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331"/>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332"/>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333"/>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334"/>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335"/>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336"/>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337"/>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338"/>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3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41"/>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342"/>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343"/>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34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34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34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34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34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34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35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35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35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35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3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56"/>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357"/>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358"/>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359"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360"/>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361"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362"/>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363"/>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364"/>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365"/>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366"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367"/>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368"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369"/>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76" name="table_1370"/>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3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73"/>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374"/>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375"/>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376"/>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377"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37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379"/>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380"/>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38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38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38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384"/>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38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38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387"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38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38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3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3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393"/>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394"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3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3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3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399"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4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4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403"/>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404"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4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4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4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408"/>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409"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4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4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4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414"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415"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416"/>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417"/>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418"/>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419"/>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420"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421"/>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422"/>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4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25"/>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426"/>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427"/>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428"/>
          <p:cNvSpPr/>
          <p:nvPr/>
        </p:nvSpPr>
        <p:spPr>
          <a:xfrm>
            <a:off x="3977640" y="2423160"/>
            <a:ext cx="320040" cy="0"/>
          </a:xfrm>
          <a:prstGeom prst="line">
            <a:avLst/>
          </a:prstGeom>
          <a:noFill/>
          <a:ln w="25400">
            <a:solidFill>
              <a:schemeClr val="tx2"/>
            </a:solidFill>
            <a:prstDash val="solid"/>
            <a:tailEnd type="triangle"/>
          </a:ln>
        </p:spPr>
      </p:sp>
      <p:sp>
        <p:nvSpPr>
          <p:cNvPr id="10" name="box_1429"/>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430"/>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431"/>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432"/>
          <p:cNvSpPr/>
          <p:nvPr/>
        </p:nvSpPr>
        <p:spPr>
          <a:xfrm>
            <a:off x="7772400" y="2423160"/>
            <a:ext cx="320040" cy="0"/>
          </a:xfrm>
          <a:prstGeom prst="line">
            <a:avLst/>
          </a:prstGeom>
          <a:noFill/>
          <a:ln w="25400">
            <a:solidFill>
              <a:schemeClr val="tx2"/>
            </a:solidFill>
            <a:prstDash val="solid"/>
            <a:tailEnd type="triangle"/>
          </a:ln>
        </p:spPr>
      </p:sp>
      <p:sp>
        <p:nvSpPr>
          <p:cNvPr id="14" name="box_1433"/>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434"/>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435"/>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436"/>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437"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438"/>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439"/>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440"/>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441"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442"/>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443"/>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444"/>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445"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446"/>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447"/>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448"/>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449"/>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450"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451"/>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452"/>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55"/>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456"/>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1457"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1458"/>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1459"/>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1460"/>
          <p:cNvSpPr/>
          <p:nvPr/>
        </p:nvSpPr>
        <p:spPr>
          <a:xfrm>
            <a:off x="1600200" y="3063240"/>
            <a:ext cx="1097280" cy="0"/>
          </a:xfrm>
          <a:prstGeom prst="line">
            <a:avLst/>
          </a:prstGeom>
          <a:noFill/>
          <a:ln w="25400">
            <a:solidFill>
              <a:schemeClr val="tx2"/>
            </a:solidFill>
            <a:prstDash val="solid"/>
            <a:tailEnd type="triangle"/>
          </a:ln>
        </p:spPr>
      </p:sp>
      <p:sp>
        <p:nvSpPr>
          <p:cNvPr id="16" name="arrow_1461"/>
          <p:cNvSpPr/>
          <p:nvPr/>
        </p:nvSpPr>
        <p:spPr>
          <a:xfrm>
            <a:off x="3703320" y="3063240"/>
            <a:ext cx="1371600" cy="0"/>
          </a:xfrm>
          <a:prstGeom prst="line">
            <a:avLst/>
          </a:prstGeom>
          <a:noFill/>
          <a:ln w="25400">
            <a:solidFill>
              <a:schemeClr val="tx2"/>
            </a:solidFill>
            <a:prstDash val="solid"/>
            <a:tailEnd type="triangle"/>
          </a:ln>
        </p:spPr>
      </p:sp>
      <p:sp>
        <p:nvSpPr>
          <p:cNvPr id="17" name="box_1462"/>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1463"/>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1464"/>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1465"/>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1466"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1467"/>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1468"/>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1469"/>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1470"/>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1471"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1472"/>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1473"/>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14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76"/>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477"/>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478"/>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1479"/>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4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4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4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83"/>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1484"/>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485"/>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486"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487"/>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488"/>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14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491"/>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1492"/>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1493"/>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1494"/>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1495"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1496"/>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1497"/>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1498"/>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1499"/>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1500"/>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1501"/>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1502"/>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1503"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1504"/>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1505"/>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1506"/>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1507"/>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1508"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1509"/>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1510"/>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15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513"/>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1514"/>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1515"/>
          <p:cNvSpPr/>
          <p:nvPr/>
        </p:nvSpPr>
        <p:spPr>
          <a:xfrm>
            <a:off x="3102102" y="2103120"/>
            <a:ext cx="265176" cy="0"/>
          </a:xfrm>
          <a:prstGeom prst="line">
            <a:avLst/>
          </a:prstGeom>
          <a:noFill/>
          <a:ln w="25400">
            <a:solidFill>
              <a:schemeClr val="tx2"/>
            </a:solidFill>
            <a:prstDash val="solid"/>
            <a:tailEnd type="triangle"/>
          </a:ln>
        </p:spPr>
      </p:sp>
      <p:sp>
        <p:nvSpPr>
          <p:cNvPr id="9" name="box_1516"/>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1517"/>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1518"/>
          <p:cNvSpPr/>
          <p:nvPr/>
        </p:nvSpPr>
        <p:spPr>
          <a:xfrm>
            <a:off x="5948172" y="2103120"/>
            <a:ext cx="265176" cy="0"/>
          </a:xfrm>
          <a:prstGeom prst="line">
            <a:avLst/>
          </a:prstGeom>
          <a:noFill/>
          <a:ln w="25400">
            <a:solidFill>
              <a:schemeClr val="tx2"/>
            </a:solidFill>
            <a:prstDash val="solid"/>
            <a:tailEnd type="triangle"/>
          </a:ln>
        </p:spPr>
      </p:sp>
      <p:sp>
        <p:nvSpPr>
          <p:cNvPr id="12" name="box_1519"/>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1520"/>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1521"/>
          <p:cNvSpPr/>
          <p:nvPr/>
        </p:nvSpPr>
        <p:spPr>
          <a:xfrm>
            <a:off x="8794242" y="2103120"/>
            <a:ext cx="265176" cy="0"/>
          </a:xfrm>
          <a:prstGeom prst="line">
            <a:avLst/>
          </a:prstGeom>
          <a:noFill/>
          <a:ln w="25400">
            <a:solidFill>
              <a:schemeClr val="tx2"/>
            </a:solidFill>
            <a:prstDash val="solid"/>
            <a:tailEnd type="triangle"/>
          </a:ln>
        </p:spPr>
      </p:sp>
      <p:sp>
        <p:nvSpPr>
          <p:cNvPr id="15" name="box_1522"/>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1523"/>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1524"/>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1525"/>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1526"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1527"/>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1528"/>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1529"/>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1530"/>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1531"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1532"/>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1533"/>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1534"/>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1535"/>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1536"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1537"/>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1538"/>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153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4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541"/>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1542"/>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1543"/>
          <p:cNvSpPr/>
          <p:nvPr/>
        </p:nvSpPr>
        <p:spPr>
          <a:xfrm>
            <a:off x="3081528" y="1737360"/>
            <a:ext cx="283464" cy="0"/>
          </a:xfrm>
          <a:prstGeom prst="line">
            <a:avLst/>
          </a:prstGeom>
          <a:noFill/>
          <a:ln w="25400">
            <a:solidFill>
              <a:schemeClr val="tx2"/>
            </a:solidFill>
            <a:prstDash val="solid"/>
            <a:tailEnd type="triangle"/>
          </a:ln>
        </p:spPr>
      </p:sp>
      <p:sp>
        <p:nvSpPr>
          <p:cNvPr id="9" name="box_1544"/>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1545"/>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1546"/>
          <p:cNvSpPr/>
          <p:nvPr/>
        </p:nvSpPr>
        <p:spPr>
          <a:xfrm>
            <a:off x="5916168" y="1737360"/>
            <a:ext cx="283464" cy="0"/>
          </a:xfrm>
          <a:prstGeom prst="line">
            <a:avLst/>
          </a:prstGeom>
          <a:noFill/>
          <a:ln w="25400">
            <a:solidFill>
              <a:schemeClr val="tx2"/>
            </a:solidFill>
            <a:prstDash val="solid"/>
            <a:tailEnd type="triangle"/>
          </a:ln>
        </p:spPr>
      </p:sp>
      <p:sp>
        <p:nvSpPr>
          <p:cNvPr id="12" name="box_1547"/>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1548"/>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1549"/>
          <p:cNvSpPr/>
          <p:nvPr/>
        </p:nvSpPr>
        <p:spPr>
          <a:xfrm>
            <a:off x="8750808" y="1737360"/>
            <a:ext cx="283464" cy="0"/>
          </a:xfrm>
          <a:prstGeom prst="line">
            <a:avLst/>
          </a:prstGeom>
          <a:noFill/>
          <a:ln w="25400">
            <a:solidFill>
              <a:schemeClr val="tx2"/>
            </a:solidFill>
            <a:prstDash val="solid"/>
            <a:tailEnd type="triangle"/>
          </a:ln>
        </p:spPr>
      </p:sp>
      <p:sp>
        <p:nvSpPr>
          <p:cNvPr id="15" name="box_1550"/>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1551"/>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1552"/>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1553"/>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1554"/>
          <p:cNvSpPr/>
          <p:nvPr/>
        </p:nvSpPr>
        <p:spPr>
          <a:xfrm>
            <a:off x="3081528" y="2834640"/>
            <a:ext cx="283464" cy="0"/>
          </a:xfrm>
          <a:prstGeom prst="line">
            <a:avLst/>
          </a:prstGeom>
          <a:noFill/>
          <a:ln w="25400">
            <a:solidFill>
              <a:schemeClr val="tx2"/>
            </a:solidFill>
            <a:prstDash val="solid"/>
            <a:tailEnd type="triangle"/>
          </a:ln>
        </p:spPr>
      </p:sp>
      <p:sp>
        <p:nvSpPr>
          <p:cNvPr id="20" name="box_1555"/>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1556"/>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1557"/>
          <p:cNvSpPr/>
          <p:nvPr/>
        </p:nvSpPr>
        <p:spPr>
          <a:xfrm>
            <a:off x="5916168" y="2834640"/>
            <a:ext cx="283464" cy="0"/>
          </a:xfrm>
          <a:prstGeom prst="line">
            <a:avLst/>
          </a:prstGeom>
          <a:noFill/>
          <a:ln w="25400">
            <a:solidFill>
              <a:schemeClr val="tx2"/>
            </a:solidFill>
            <a:prstDash val="solid"/>
            <a:tailEnd type="triangle"/>
          </a:ln>
        </p:spPr>
      </p:sp>
      <p:sp>
        <p:nvSpPr>
          <p:cNvPr id="23" name="box_1558"/>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1559"/>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1560"/>
          <p:cNvSpPr/>
          <p:nvPr/>
        </p:nvSpPr>
        <p:spPr>
          <a:xfrm>
            <a:off x="8750808" y="2834640"/>
            <a:ext cx="283464" cy="0"/>
          </a:xfrm>
          <a:prstGeom prst="line">
            <a:avLst/>
          </a:prstGeom>
          <a:noFill/>
          <a:ln w="25400">
            <a:solidFill>
              <a:schemeClr val="tx2"/>
            </a:solidFill>
            <a:prstDash val="solid"/>
            <a:tailEnd type="triangle"/>
          </a:ln>
        </p:spPr>
      </p:sp>
      <p:sp>
        <p:nvSpPr>
          <p:cNvPr id="26" name="box_1561"/>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1562"/>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1563"/>
          <p:cNvSpPr/>
          <p:nvPr/>
        </p:nvSpPr>
        <p:spPr>
          <a:xfrm>
            <a:off x="10927080" y="2121408"/>
            <a:ext cx="0" cy="329184"/>
          </a:xfrm>
          <a:prstGeom prst="line">
            <a:avLst/>
          </a:prstGeom>
          <a:noFill/>
          <a:ln w="25400">
            <a:solidFill>
              <a:schemeClr val="tx2"/>
            </a:solidFill>
            <a:prstDash val="solid"/>
            <a:tailEnd type="triangle"/>
          </a:ln>
        </p:spPr>
      </p:sp>
      <p:pic>
        <p:nvPicPr>
          <p:cNvPr id="29" name="img_1564"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15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56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56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69"/>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1570"/>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1571"/>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1572"/>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73"/>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1574"/>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1575"/>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1576"/>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77"/>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1578"/>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1579"/>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1580"/>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81"/>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1582"/>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1583"/>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1584"/>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85"/>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1586"/>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1587"/>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1588"/>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89"/>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1590"/>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15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593"/>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594"/>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95"/>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1596"/>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1597"/>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1598"/>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99"/>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1600"/>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1601"/>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1602"/>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603"/>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1604"/>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1605"/>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1606"/>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607"/>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1608"/>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1609"/>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1610"/>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611"/>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1612"/>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1613"/>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1614"/>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615"/>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1616"/>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1617"/>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1618"/>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1619"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1620"/>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1621"/>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16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624"/>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625"/>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1626"/>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162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62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62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63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63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163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63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63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63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63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16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1639"/>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40"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41"/>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1642"/>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1643"/>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44"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45"/>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1646"/>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1647"/>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48"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49"/>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1650"/>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1651"/>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52"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53"/>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1654"/>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1655"/>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56"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57"/>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1658"/>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1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1661"/>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62"/>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663"/>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664"/>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1665"/>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666"/>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667"/>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1668"/>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669"/>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670"/>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1671"/>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672"/>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673"/>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1674"/>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675"/>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676"/>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16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679"/>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1680"/>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681"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682"/>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1683"/>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1684"/>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1685"/>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686"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687"/>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1688"/>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1689"/>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1690"/>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1691"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1692"/>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1693"/>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6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1696"/>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697"/>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698"/>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699"/>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700"/>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1701"/>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1702"/>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703"/>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704"/>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705"/>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1706"/>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707"/>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1708"/>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709"/>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710"/>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1711"/>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1712"/>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1713"/>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714"/>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715"/>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1716"/>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717"/>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718"/>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719"/>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1720"/>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1721"/>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1722"/>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1723"/>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724"/>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1725"/>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17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28"/>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1729"/>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30"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31"/>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1732"/>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1733"/>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1734"/>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1735"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736"/>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1737"/>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1738"/>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1739"/>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1740"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1741"/>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742"/>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17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45"/>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1746"/>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1747"/>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1748"/>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1749"/>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1750"/>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1751"/>
          <p:cNvSpPr/>
          <p:nvPr/>
        </p:nvSpPr>
        <p:spPr>
          <a:xfrm>
            <a:off x="2377440" y="2468880"/>
            <a:ext cx="2926080" cy="0"/>
          </a:xfrm>
          <a:prstGeom prst="line">
            <a:avLst/>
          </a:prstGeom>
          <a:noFill/>
          <a:ln w="25400">
            <a:solidFill>
              <a:srgbClr val="3D5A80"/>
            </a:solidFill>
            <a:prstDash val="solid"/>
            <a:tailEnd type="triangle"/>
          </a:ln>
        </p:spPr>
      </p:sp>
      <p:sp>
        <p:nvSpPr>
          <p:cNvPr id="13" name="text_1752"/>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1753"/>
          <p:cNvSpPr/>
          <p:nvPr/>
        </p:nvSpPr>
        <p:spPr>
          <a:xfrm>
            <a:off x="5303520" y="3108960"/>
            <a:ext cx="4023360" cy="0"/>
          </a:xfrm>
          <a:prstGeom prst="line">
            <a:avLst/>
          </a:prstGeom>
          <a:noFill/>
          <a:ln w="25400">
            <a:solidFill>
              <a:srgbClr val="3D5A80"/>
            </a:solidFill>
            <a:prstDash val="solid"/>
            <a:tailEnd type="triangle"/>
          </a:ln>
        </p:spPr>
      </p:sp>
      <p:sp>
        <p:nvSpPr>
          <p:cNvPr id="15" name="text_1754"/>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1755"/>
          <p:cNvSpPr/>
          <p:nvPr/>
        </p:nvSpPr>
        <p:spPr>
          <a:xfrm flipH="1">
            <a:off x="5303520" y="3749040"/>
            <a:ext cx="4023360" cy="0"/>
          </a:xfrm>
          <a:prstGeom prst="line">
            <a:avLst/>
          </a:prstGeom>
          <a:noFill/>
          <a:ln w="25400">
            <a:solidFill>
              <a:srgbClr val="F2711C"/>
            </a:solidFill>
            <a:prstDash val="solid"/>
            <a:tailEnd type="triangle"/>
          </a:ln>
        </p:spPr>
      </p:sp>
      <p:sp>
        <p:nvSpPr>
          <p:cNvPr id="17" name="text_1756"/>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1757"/>
          <p:cNvSpPr/>
          <p:nvPr/>
        </p:nvSpPr>
        <p:spPr>
          <a:xfrm>
            <a:off x="5303520" y="4389120"/>
            <a:ext cx="4023360" cy="0"/>
          </a:xfrm>
          <a:prstGeom prst="line">
            <a:avLst/>
          </a:prstGeom>
          <a:noFill/>
          <a:ln w="25400">
            <a:solidFill>
              <a:srgbClr val="3D5A80"/>
            </a:solidFill>
            <a:prstDash val="solid"/>
            <a:tailEnd type="triangle"/>
          </a:ln>
        </p:spPr>
      </p:sp>
      <p:sp>
        <p:nvSpPr>
          <p:cNvPr id="19" name="text_1758"/>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1759"/>
          <p:cNvSpPr/>
          <p:nvPr/>
        </p:nvSpPr>
        <p:spPr>
          <a:xfrm flipH="1">
            <a:off x="5303520" y="5029200"/>
            <a:ext cx="4023360" cy="0"/>
          </a:xfrm>
          <a:prstGeom prst="line">
            <a:avLst/>
          </a:prstGeom>
          <a:noFill/>
          <a:ln w="25400">
            <a:solidFill>
              <a:srgbClr val="F2711C"/>
            </a:solidFill>
            <a:prstDash val="solid"/>
            <a:tailEnd type="triangle"/>
          </a:ln>
        </p:spPr>
      </p:sp>
      <p:sp>
        <p:nvSpPr>
          <p:cNvPr id="21" name="text_1760"/>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1761"/>
          <p:cNvSpPr/>
          <p:nvPr/>
        </p:nvSpPr>
        <p:spPr>
          <a:xfrm flipH="1">
            <a:off x="2377440" y="5669280"/>
            <a:ext cx="2926080" cy="0"/>
          </a:xfrm>
          <a:prstGeom prst="line">
            <a:avLst/>
          </a:prstGeom>
          <a:noFill/>
          <a:ln w="25400">
            <a:solidFill>
              <a:srgbClr val="F2711C"/>
            </a:solidFill>
            <a:prstDash val="solid"/>
            <a:tailEnd type="triangle"/>
          </a:ln>
        </p:spPr>
      </p:sp>
      <p:sp>
        <p:nvSpPr>
          <p:cNvPr id="23" name="text_1762"/>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1763"/>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1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66"/>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1767"/>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1768"/>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1769"/>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1770"/>
          <p:cNvSpPr/>
          <p:nvPr/>
        </p:nvSpPr>
        <p:spPr>
          <a:xfrm>
            <a:off x="3840480" y="2651760"/>
            <a:ext cx="0" cy="320040"/>
          </a:xfrm>
          <a:prstGeom prst="line">
            <a:avLst/>
          </a:prstGeom>
          <a:noFill/>
          <a:ln w="25400">
            <a:solidFill>
              <a:schemeClr val="tx2"/>
            </a:solidFill>
            <a:prstDash val="solid"/>
            <a:tailEnd type="triangle"/>
          </a:ln>
        </p:spPr>
      </p:sp>
      <p:sp>
        <p:nvSpPr>
          <p:cNvPr id="11" name="box_1771"/>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1772"/>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1773"/>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1774"/>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1775"/>
          <p:cNvSpPr/>
          <p:nvPr/>
        </p:nvSpPr>
        <p:spPr>
          <a:xfrm>
            <a:off x="3840480" y="4251960"/>
            <a:ext cx="0" cy="320040"/>
          </a:xfrm>
          <a:prstGeom prst="line">
            <a:avLst/>
          </a:prstGeom>
          <a:noFill/>
          <a:ln w="25400">
            <a:solidFill>
              <a:schemeClr val="tx2"/>
            </a:solidFill>
            <a:prstDash val="solid"/>
            <a:tailEnd type="triangle"/>
          </a:ln>
        </p:spPr>
      </p:sp>
      <p:sp>
        <p:nvSpPr>
          <p:cNvPr id="16" name="box_1776"/>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1777"/>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1778"/>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1779"/>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17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82"/>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1783"/>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97" name="table_1784"/>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17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98" name="table_1787"/>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1788"/>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1789"/>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1790"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1791"/>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1792"/>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17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795"/>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1796"/>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1797"/>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1798"/>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1799"/>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1800"/>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1801"/>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1802"/>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1803"/>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1804"/>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1805"/>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1806"/>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1807"/>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1808"/>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1809"/>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1810"/>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1811"/>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18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14"/>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1815"/>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1816"/>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1817"/>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1818"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1819"/>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1820"/>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1821"/>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1822"/>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1823"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1824"/>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1825"/>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182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28"/>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1829"/>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1830"/>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1831"/>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1832"/>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1833"/>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1834"/>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1835"/>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1836"/>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1837"/>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1838"/>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1839"/>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1840"/>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1841"/>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1842"/>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1843"/>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1844"/>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1845"/>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1846"/>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1847"/>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1848"/>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1849"/>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1850"/>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1851"/>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1852"/>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1853"/>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1854"/>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1855"/>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1856"/>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18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59"/>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1860"/>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1861"/>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1862"/>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1863"/>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1864"/>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1865"/>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1866"/>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1867"/>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1868"/>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1869"/>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1870"/>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18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873"/>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1874"/>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1875"/>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1876"/>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1877"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1878"/>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1879"/>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1880"/>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1881"/>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1882"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1883"/>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1884"/>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18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1887"/>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1888"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1889"/>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1890"/>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1891"/>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1892"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1893"/>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1894"/>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1895"/>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1896"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1897"/>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1898"/>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18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01"/>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1902"/>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190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190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190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190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0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190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190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191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191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191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19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06" name="table_1915"/>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916"/>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1917"/>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1918"/>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1919"/>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1920"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1921"/>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1922"/>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19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25"/>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1926"/>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07" name="table_1927"/>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1928"/>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1929"/>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1930"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1931"/>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932"/>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19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35"/>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1936"/>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1937"/>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1938"/>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1939"/>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1940"/>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1941"/>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1942"/>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1943"/>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1944"/>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1945"/>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1946"/>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1947"/>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1948"/>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1949"/>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1950"/>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1951"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1952"/>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1953"/>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1954"/>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1955"/>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1956"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1957"/>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1958"/>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19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61"/>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1962"/>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1963"/>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196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96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96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96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96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196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97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97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97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97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19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1976"/>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1977"/>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1978"/>
          <p:cNvSpPr/>
          <p:nvPr/>
        </p:nvSpPr>
        <p:spPr>
          <a:xfrm>
            <a:off x="3102102" y="2103120"/>
            <a:ext cx="265176" cy="0"/>
          </a:xfrm>
          <a:prstGeom prst="line">
            <a:avLst/>
          </a:prstGeom>
          <a:noFill/>
          <a:ln w="25400">
            <a:solidFill>
              <a:schemeClr val="tx2"/>
            </a:solidFill>
            <a:prstDash val="solid"/>
            <a:tailEnd type="triangle"/>
          </a:ln>
        </p:spPr>
      </p:sp>
      <p:sp>
        <p:nvSpPr>
          <p:cNvPr id="9" name="box_1979"/>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1980"/>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1981"/>
          <p:cNvSpPr/>
          <p:nvPr/>
        </p:nvSpPr>
        <p:spPr>
          <a:xfrm>
            <a:off x="5948172" y="2103120"/>
            <a:ext cx="265176" cy="0"/>
          </a:xfrm>
          <a:prstGeom prst="line">
            <a:avLst/>
          </a:prstGeom>
          <a:noFill/>
          <a:ln w="25400">
            <a:solidFill>
              <a:schemeClr val="tx2"/>
            </a:solidFill>
            <a:prstDash val="solid"/>
            <a:tailEnd type="triangle"/>
          </a:ln>
        </p:spPr>
      </p:sp>
      <p:sp>
        <p:nvSpPr>
          <p:cNvPr id="12" name="box_1982"/>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1983"/>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1984"/>
          <p:cNvSpPr/>
          <p:nvPr/>
        </p:nvSpPr>
        <p:spPr>
          <a:xfrm>
            <a:off x="8794242" y="2103120"/>
            <a:ext cx="265176" cy="0"/>
          </a:xfrm>
          <a:prstGeom prst="line">
            <a:avLst/>
          </a:prstGeom>
          <a:noFill/>
          <a:ln w="25400">
            <a:solidFill>
              <a:schemeClr val="tx2"/>
            </a:solidFill>
            <a:prstDash val="solid"/>
            <a:tailEnd type="triangle"/>
          </a:ln>
        </p:spPr>
      </p:sp>
      <p:sp>
        <p:nvSpPr>
          <p:cNvPr id="15" name="box_1985"/>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1986"/>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1987"/>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1988"/>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1989"/>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1990"/>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1991"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1992"/>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1993"/>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1994"/>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1995"/>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1996"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1997"/>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1998"/>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19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001"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002"/>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003"/>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004"/>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005"/>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006"/>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007"/>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008"/>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009"/>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010"/>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011"/>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012"/>
          <p:cNvSpPr/>
          <p:nvPr/>
        </p:nvSpPr>
        <p:spPr>
          <a:xfrm>
            <a:off x="6587703" y="2461199"/>
            <a:ext cx="365760" cy="365760"/>
          </a:xfrm>
          <a:prstGeom prst="ellipse">
            <a:avLst/>
          </a:prstGeom>
          <a:solidFill>
            <a:schemeClr val="accent1"/>
          </a:solidFill>
          <a:ln w="19050">
            <a:solidFill>
              <a:schemeClr val="bg1"/>
            </a:solidFill>
            <a:prstDash val="solid"/>
          </a:ln>
        </p:spPr>
      </p:sp>
      <p:sp>
        <p:nvSpPr>
          <p:cNvPr id="18" name="text_2013"/>
          <p:cNvSpPr txBox="1"/>
          <p:nvPr/>
        </p:nvSpPr>
        <p:spPr>
          <a:xfrm>
            <a:off x="6587703"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014"/>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015"/>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016"/>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017"/>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018"/>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019"/>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graphicFrame>
        <p:nvGraphicFramePr>
          <p:cNvPr id="111" name="table_2020"/>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0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023"/>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024"/>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025"/>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02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3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03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3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3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0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038"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039"/>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040"/>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041"/>
          <p:cNvSpPr/>
          <p:nvPr/>
        </p:nvSpPr>
        <p:spPr>
          <a:xfrm>
            <a:off x="8823960" y="2240280"/>
            <a:ext cx="0" cy="411480"/>
          </a:xfrm>
          <a:prstGeom prst="line">
            <a:avLst/>
          </a:prstGeom>
          <a:noFill/>
          <a:ln w="25400">
            <a:solidFill>
              <a:schemeClr val="tx2"/>
            </a:solidFill>
            <a:prstDash val="solid"/>
            <a:tailEnd type="triangle"/>
          </a:ln>
        </p:spPr>
      </p:sp>
      <p:sp>
        <p:nvSpPr>
          <p:cNvPr id="10" name="text_2042"/>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043"/>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044"/>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045"/>
          <p:cNvSpPr/>
          <p:nvPr/>
        </p:nvSpPr>
        <p:spPr>
          <a:xfrm>
            <a:off x="8823960" y="3566160"/>
            <a:ext cx="0" cy="365760"/>
          </a:xfrm>
          <a:prstGeom prst="line">
            <a:avLst/>
          </a:prstGeom>
          <a:noFill/>
          <a:ln w="25400">
            <a:solidFill>
              <a:schemeClr val="tx2"/>
            </a:solidFill>
            <a:prstDash val="solid"/>
            <a:tailEnd type="triangle"/>
          </a:ln>
        </p:spPr>
      </p:sp>
      <p:graphicFrame>
        <p:nvGraphicFramePr>
          <p:cNvPr id="113" name="table_2046"/>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0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049"/>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050"/>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051"/>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052"/>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053"/>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054"/>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055"/>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056"/>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057"/>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058"/>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059"/>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060"/>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061"/>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062"/>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063"/>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064"/>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065"/>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066"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067"/>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068"/>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069"/>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070"/>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071"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072"/>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073"/>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07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7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076"/>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077"/>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078"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079"/>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080"/>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081"/>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082"/>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083"/>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084"/>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085"/>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086"/>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087"/>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088"/>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089"/>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090"/>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091"/>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0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094"/>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09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096"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09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098"/>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099"/>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100"/>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101"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102"/>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103"/>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104"/>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105"/>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106"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107"/>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108"/>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109"/>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110"/>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111"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112"/>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113"/>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1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116"/>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17"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18"/>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119"/>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120"/>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21"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22"/>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123"/>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124"/>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25"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26"/>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127"/>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128"/>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29"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130"/>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131"/>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132"/>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133"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134"/>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135"/>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1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138"/>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139"/>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140"/>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141"/>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142"/>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143"/>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144"/>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145"/>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146"/>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147"/>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148"/>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149"/>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150"/>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151"/>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152"/>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153"/>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1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156"/>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15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158"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159"/>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160"/>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161"/>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162"/>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163"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164"/>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165"/>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166"/>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167"/>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168"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169"/>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170"/>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171"/>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172"/>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173"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174"/>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175"/>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21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2178"/>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2179"/>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2180"/>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2181"/>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2182"/>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2183"/>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2184"/>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2185"/>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2186"/>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2187"/>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2188"/>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2189"/>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2190"/>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2191"/>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2192"/>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2193"/>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2194"/>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2195"/>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2196"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2197"/>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2198"/>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21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20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220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203"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0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220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220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220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208"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0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221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221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212"/>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213"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21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221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221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217"/>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218"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21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222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22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23" name="table_222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222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226"/>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2227"/>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8"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9"/>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2230"/>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2231"/>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2232"/>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2233"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234"/>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2235"/>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2236"/>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2237"/>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2238"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239"/>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2240"/>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2241"/>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2242"/>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2243"/>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22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25" name="table_2246"/>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2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249"/>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250"/>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1: 시뮬레이터 + RViz</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2: 지도 만들기 / 주행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3: MoveIt / 전체 + Pick &amp; Place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22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253"/>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254"/>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깨끗하게 종료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2255"/>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256"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2026-10-25T01:36:39Z</dcterms:created>
  <dcterms:modified xsi:type="dcterms:W3CDTF">2026-10-25T01:36:39Z</dcterms:modified>
</cp:coreProperties>
</file>